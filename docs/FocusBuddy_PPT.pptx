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0"/>
            <a:ext cx="11247120" cy="36576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6B35"/>
                </a:solidFill>
              </a:defRPr>
            </a:pPr>
            <a:r>
              <a:t>🐱 FocusBuddy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892B0"/>
                </a:solidFill>
              </a:defRPr>
            </a:pPr>
            <a:r>
              <a:t>学习专注伴侣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</a:defRPr>
            </a:pPr>
            <a:r>
              <a:t>摄像头实时检测 · 番茄钟 · ESP32像素宠物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2B0"/>
                </a:solidFill>
              </a:defRPr>
            </a:pPr>
            <a:r>
              <a:t>Dream Team — HHCC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B0"/>
                </a:solidFill>
              </a:defRPr>
            </a:pPr>
            <a:r>
              <a:t>Ryan（前端）· Vickie（硬件+视觉）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痛点问题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</a:defRPr>
            </a:pPr>
            <a:r>
              <a:t>自习时，你知道自己走神了多久吗？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❌  走神不自知 — 学一会儿就刷手机，不知道偷懒了多久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❌  缺乏动力 — 番茄钟太枯燥，没人监督容易放弃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❌  了解不自己 — 不知道一天真正专注了多少时间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❌  提醒太烦 — 手机闹钟不是忘了就是嫌关掉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📊 研究表明：平均每 15 分钟走神 1 次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💡 需要的是「看得见的专注伴侣」，而不是又一个闹钟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</a:defRPr>
            </a:pPr>
            <a:r>
              <a:t>FocusBuddy — 专注检测 + 番茄钟 + 宠物反馈 的三合一闭环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3474720" cy="109728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</a:defRPr>
            </a:pPr>
            <a:r>
              <a:t>📷 摄像头检测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MediaPipe FaceMesh 468点</a:t>
            </a:r>
            <a:br/>
            <a:r>
              <a:t>面部朝向 + 闭眼 + 转头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474720" cy="109728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</a:defRPr>
            </a:pPr>
            <a:r>
              <a:t>🧠 状态判定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80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专注 🟢  /  走神 🟡  /  离开 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377440"/>
            <a:ext cx="3474720" cy="10972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</a:defRPr>
            </a:pPr>
            <a:r>
              <a:t>🐱 三重反馈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80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番茄钟 · 宠物表情 · 数据统计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▸ 不是简单的番茄钟 — 它知道你有没有真的在看屏幕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▸ 不是单纯的摄像头 — 走神时像素宠物会提醒你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▸ 两者联动形成闭环：检测 → 反馈 → 激励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Web 仪表盘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6B35"/>
                </a:solidFill>
              </a:defRPr>
            </a:pPr>
            <a:r>
              <a:t>🎬 现场演示：从打开到番茄完成全流程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① 打开页面 → 摄像头请求 → 允许后自动加载 FaceMesh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② 点击「开始专注」→ 番茄钟 25:00 倒计时开始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③ 状态指示器：🟢专注 / 🟡走神 / 🔴离开 / ⚪未开始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④ 今日统计实时更新：专注时长、走神次数、完成番茄数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⑤ Chart.js 饼图（专注 vs 走神）+ 7天柱状图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⑥ 📋 今日计划：输入提示词自动生成待办清单 + 持久化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⑦ 番茄完成 → 🎉 庆祝动画 + 桌面通知 + ⭐ 计数 + 音效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ESP32 像素宠物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6B35"/>
                </a:solidFill>
              </a:defRPr>
            </a:pPr>
            <a:r>
              <a:t>🖥️ Waveshare ESP32-S3-Matrix · 8×8 NeoPixel 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😊 开心 (绿) — 专注中 → 偶尔眨眼动画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😟 担心 (黄) — 走神/转头 → 提醒你回来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😡 愤怒 (红) — 警告 → 离开 &gt; 10s 闪烁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😴 睡觉 (蓝) — 离开/未开始 → 安静等待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🎉 庆祝 (橙) — 番茄完成 → 3帧动画循环 (5s)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📟 倒计时数字显示 — 5×3自定义字体渲染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   GET /timer?m=25&amp;s=00 → 两数字+冒号闪烁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🌐 WiFi AP 模式 — SSID: FocusBuddy / IP: 10.10.10.1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   HTTP API: /pet /timer /alert /status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技术实现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6B35"/>
                </a:solidFill>
              </a:defRPr>
            </a:pPr>
            <a:r>
              <a:t>全栈架构：原生 JS × MediaPipe × ESP32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6B35"/>
                </a:solidFill>
              </a:defRPr>
            </a:pPr>
            <a:r>
              <a:t>👁 视觉检测（Vickie）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MediaPipe FaceMesh 468点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EAR &lt; 0.22 + &gt;800ms → 闭眼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headRatio &lt; 0.38 → 低头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turnRatio &lt; 0.62 → 转头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专注评分系统 (0-100)</a:t>
            </a:r>
          </a:p>
          <a:p>
            <a:pPr>
              <a:spcAft>
                <a:spcPts val="200"/>
              </a:spcAft>
              <a:defRPr sz="1300" b="1">
                <a:solidFill>
                  <a:srgbClr val="FF6B35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FF6B35"/>
                </a:solidFill>
              </a:defRPr>
            </a:pPr>
            <a:r>
              <a:t>🍅 番茄钟 + 统计（Ryan）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PomodoroTimer 状态机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localStorage 持久化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Chart.js 饼图+柱状图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6B35"/>
                </a:solidFill>
              </a:defRPr>
            </a:pPr>
            <a:r>
              <a:t>🖥️ ESP32 固件（Vickie）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WiFi AP: FocusBuddy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HTTP Server (80端口)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4种表情像素帧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5×3数字倒计时渲染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警告闪烁动画</a:t>
            </a:r>
          </a:p>
          <a:p>
            <a:pPr>
              <a:spcAft>
                <a:spcPts val="200"/>
              </a:spcAft>
              <a:defRPr sz="1300" b="1">
                <a:solidFill>
                  <a:srgbClr val="FF6B35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FF6B35"/>
                </a:solidFill>
              </a:defRPr>
            </a:pPr>
            <a:r>
              <a:t>🔗 通信协议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GET /pet?state=happy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GET /timer?m=25&amp;s=00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GET /alert (闪烁3s)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· GET /status (JSON)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创新点对比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7472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传统番茄钟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7472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FocusBuddy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</a:defRPr>
            </a:pPr>
            <a:r>
              <a:t>检测机制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762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1762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</a:defRPr>
            </a:pPr>
            <a:r>
              <a:t>FaceMesh 468点面部检测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97479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77063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</a:defRPr>
            </a:pPr>
            <a:r>
              <a:t>反馈方式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697479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77063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手机闹钟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697479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77063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</a:defRPr>
            </a:pPr>
            <a:r>
              <a:t>LED宠物表情+颜色指示器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91839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36499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</a:defRPr>
            </a:pPr>
            <a:r>
              <a:t>数据记录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291839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36499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291839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36499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</a:defRPr>
            </a:pPr>
            <a:r>
              <a:t>专注率+走神统计+7天趋势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886200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95935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</a:defRPr>
            </a:pPr>
            <a:r>
              <a:t>联动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886200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395935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独立运行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886200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95935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</a:defRPr>
            </a:pPr>
            <a:r>
              <a:t>检测↔计时↔宠物三联动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480560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537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</a:defRPr>
            </a:pPr>
            <a:r>
              <a:t>硬件扩展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4480560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45537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480560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5537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</a:defRPr>
            </a:pPr>
            <a:r>
              <a:t>ESP32-S3 8×8矩阵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074920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1480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</a:defRPr>
            </a:pPr>
            <a:r>
              <a:t>计划功能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0" y="5074920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51480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5074920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51480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</a:defRPr>
            </a:pPr>
            <a:r>
              <a:t>提示词→自动生成待办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演示视频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</a:defRPr>
            </a:pPr>
            <a:r>
              <a:t>🎬 完整使用流程（2分钟）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📌 00:00  打开页面 → 允许摄像头 → FaceMesh加载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📌 00:15  点击开始专注 → 番茄钟倒计时 + 宠物开心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📌 00:35  演示走神 → 宠物变担心 + 状态变黄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📌 00:50  演示离开 → 番茄钟暂停 + 宠物睡觉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📌 01:10  回到座位 → 自动恢复专注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📌 01:25  番茄完成 → 庆祝动画 + 桌面通知 + ⭐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📌 01:40  查看统计 → 饼图 / 柱状图 / 今日计划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💡 备用方案：如现场网络卡顿，播放录屏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未来规划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</a:defRPr>
            </a:pPr>
            <a:r>
              <a:t>从个人工具到学习生态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🌐 多用户联机自习室 — 看到朋友也在专注，互相监督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😪 疲劳检测 — 加入打哈欠检测(MAR)，建议休息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🤖 AI 学习报告 — 每天自动生成专注分析+建议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📱 移动端适配 — 手机+平板上线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🔗 更丰富的硬件联动 — 震动提醒、光线提示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让 FocusBuddy 成为每个人桌面上的专注伙伴 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17920"/>
            <a:ext cx="11247120" cy="36576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6B35"/>
                </a:solidFill>
              </a:defRPr>
            </a:pPr>
            <a:r>
              <a:t>Dream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E0E0"/>
                </a:solidFill>
              </a:defRPr>
            </a:pPr>
            <a:r>
              <a:t>Ryan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2B0"/>
                </a:solidFill>
              </a:defRPr>
            </a:pPr>
            <a:r>
              <a:t>前端开发 · Pomodoro · 统计 · 设置 ·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E0E0"/>
                </a:solidFill>
              </a:defRPr>
            </a:pPr>
            <a:r>
              <a:t>Vickie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2B0"/>
                </a:solidFill>
              </a:defRPr>
            </a:pPr>
            <a:r>
              <a:t>FaceMesh算法 · ESP32固件 · 主状态机 · 集成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B0"/>
                </a:solidFill>
              </a:defRPr>
            </a:pPr>
            <a:r>
              <a:t>github.com/Sapnap67/FocusBuddy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</a:defRPr>
            </a:pPr>
            <a:r>
              <a:t>🐱 感谢评委老师和 HHCC 2026！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