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0"/>
            <a:ext cx="11247120" cy="36576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6B35"/>
                </a:solidFill>
              </a:defRPr>
            </a:pPr>
            <a:r>
              <a:t>🐱 FocusBuddy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8892B0"/>
                </a:solidFill>
              </a:defRPr>
            </a:pPr>
            <a:r>
              <a:t>学习专注伴侣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摄像头实时检测 · 番茄钟 · ESP32像素宠物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Dream Team — HHCC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Ryan（前端）· Vickie（硬件+视觉）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痛点问题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自习时，你知道自己走神了多久吗？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❌  走神不自知 — 学一会儿就刷手机，不知道偷懒了多久</a:t>
            </a: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❌  缺乏动力 — 番茄钟太枯燥，没人监督容易放弃</a:t>
            </a: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❌  了解不自己 — 不知道一天真正专注了多少时间</a:t>
            </a: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❌  提醒太烦 — 手机闹钟不是忘了就是嫌关掉</a:t>
            </a: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📊 研究表明：平均每 15 分钟走神 1 次</a:t>
            </a:r>
          </a:p>
          <a:p>
            <a:pPr>
              <a:spcAft>
                <a:spcPts val="600"/>
              </a:spcAft>
              <a:defRPr sz="1600">
                <a:solidFill>
                  <a:srgbClr val="E0E0E0"/>
                </a:solidFill>
              </a:defRPr>
            </a:pPr>
            <a:r>
              <a:t>💡 需要的是「看得见的专注伴侣」，而不是又一个闹钟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解决方案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</a:defRPr>
            </a:pPr>
            <a:r>
              <a:t>FocusBuddy — 专注检测 + 番茄钟 + 宠物反馈 的三合一闭环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3474720" cy="128016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39C12"/>
                </a:solidFill>
              </a:defRPr>
            </a:pPr>
            <a:r>
              <a:t>📷 摄像头检测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MediaPipe FaceMesh 468点</a:t>
            </a:r>
            <a:br/>
            <a:r>
              <a:t>→ 面部朝向 + 闭眼 + 转头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94560"/>
            <a:ext cx="3474720" cy="1280160"/>
          </a:xfrm>
          <a:prstGeom prst="round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498DB"/>
                </a:solidFill>
              </a:defRPr>
            </a:pPr>
            <a:r>
              <a:t>🧠 状态判定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专注 🟢 / 走神 🟡 / 离开 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194560"/>
            <a:ext cx="3474720" cy="128016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</a:defRPr>
            </a:pPr>
            <a:r>
              <a:t>🐱 三重反馈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番茄钟 · 宠物表情 · 数据统计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▸ 不是简单的番茄钟 — 它知道你有没有真的在看屏幕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▸ 不是单纯的摄像头 — 走神时像素宠物会提醒你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▸ 两者联动形成闭环：检测 → 反馈 → 激励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10515600" cy="20116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系统闭环流程图（检测 → 判定 → 反馈 → 激励）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Web 仪表盘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🎬 现场演示：从打开到番茄完成全流程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① 打开页面 → 摄像头请求 → 允许后自动加载 FaceMesh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② 点击「开始专注」→ 番茄钟 25:00 倒计时开始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③ 状态指示器：🟢专注 / 🟡走神 / 🔴离开 / ⚪未开始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④ 今日统计实时更新：专注时长、走神次数、完成番茄数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⑤ Chart.js 饼图（专注 vs 走神）+ 7天柱状图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⑥ 📋 今日计划：输入提示词自动生成待办清单 + 持久化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⑦ 番茄完成 → 🎉 庆祝动画 + 桌面通知 + ⭐ 计数 + 音效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097280"/>
            <a:ext cx="4572000" cy="26517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主界面截图</a:t>
            </a:r>
            <a:br/>
            <a:r>
              <a:t>(摄像头 + 番茄钟 + 宠物)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931920"/>
            <a:ext cx="4572000" cy="25603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937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统计数据截图</a:t>
            </a:r>
            <a:br/>
            <a:r>
              <a:t>(饼图 + 柱状图 + 今日计划)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ESP32 像素宠物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🖥️ Waveshare ESP32-S3-Matrix · 8×8 NeoPixel LED</a:t>
            </a:r>
          </a:p>
        </p:txBody>
      </p:sp>
      <p:pic>
        <p:nvPicPr>
          <p:cNvPr id="5" name="Picture 4" descr="ha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371600" cy="1371600"/>
          </a:xfrm>
          <a:prstGeom prst="rect">
            <a:avLst/>
          </a:prstGeom>
        </p:spPr>
      </p:pic>
      <p:pic>
        <p:nvPicPr>
          <p:cNvPr id="6" name="Picture 5" descr="ang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164592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023360" y="1645920"/>
            <a:ext cx="1371600" cy="137160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2057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😊 happy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3474720" cy="16459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ESP32 实物照片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291840"/>
            <a:ext cx="1828800" cy="31089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4572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8×8 矩阵</a:t>
            </a:r>
            <a:br/>
            <a:r>
              <a:t>像素表情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😊 开心 (绿) — 专注中 → 偶尔眨眼动画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😟 担心 (黄) — 走神/转头 → 提醒你回来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😡 愤怒 (红) — 警告 → 离开 &gt; 10s 闪烁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😴 睡觉 (蓝) — 离开/未开始 → 安静等待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🎉 庆祝 (橙) — 番茄完成 → 3帧动画循环 (5s)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📟 倒计时数字显示 — 5×3自定义字体渲染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🌐 WiFi AP 模式 — SSID: FocusBuddy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   HTTP API: /pet /timer /alert /status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技术实现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全栈架构：原生 JS × MediaPipe × ESP32 — 零框架、零后端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👁 视觉检测（Vickie）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MediaPipe FaceMesh 468点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EAR &lt; 0.22 + &gt;800ms → 闭眼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headRatio &lt; 0.38 → 低头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turnRatio &lt; 0.62 → 转头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专注评分系统 (0-100)</a:t>
            </a: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🍅 番茄钟 + 统计（Ryan）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PomodoroTimer 状态机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localStorage 持久化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Chart.js 饼图+柱状图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🖥️ ESP32 固件（Vickie）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WiFi AP: FocusBuddy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HTTP Server (80端口)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4种表情像素帧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5×3数字倒计时渲染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警告闪烁动画</a:t>
            </a: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🔗 通信协议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GET /pet?state=happy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GET /timer?m=25&amp;s=00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GET /alert (闪烁3s)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· GET /status (JSON)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系统架构图 (浏览器 → FaceMesh → ESP32 → WebSocket)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创新点对比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传统番茄钟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FocusBuddy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检测机制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FaceMesh 468点面部检测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反馈方式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手机闹钟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LED宠物表情+颜色指示器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数据记录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专注率+走神统计+7天趋势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联动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独立运行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检测↔计时↔宠物三联动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硬件扩展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ESP32-S3 8×8矩阵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计划功能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提示词→自动生成待办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演示视频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🎬 完整使用流程（2分钟）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00:00  打开页面 → 允许摄像头 → FaceMesh加载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00:15  点击开始专注 → 番茄钟倒计时 + 宠物开心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00:35  演示走神 → 宠物变担心 + 状态变黄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00:50  演示离开 → 番茄钟暂停 + 宠物睡觉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01:10  回到座位 → 自动恢复专注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01:25  番茄完成 → 庆祝动画 + 桌面通知 + ⭐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📌 01:40  查看统计 → 饼图 / 柱状图 / 今日计划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💡 备用方案：如现场网络卡顿，播放录屏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45920"/>
            <a:ext cx="4206240" cy="25603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🎥 演示视频截图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4389120"/>
            <a:ext cx="4206240" cy="20116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51206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📊 统计页面截图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数据展示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📊 专注数据比你想象的更直观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今日专注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</a:defRPr>
            </a:pPr>
            <a:r>
              <a:t>00:32:15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+15% 比昨天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走神次数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74C3C"/>
                </a:solidFill>
              </a:defRPr>
            </a:pPr>
            <a:r>
              <a:t>12 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平均 2.7min/次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番茄完成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3/5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完成率 60%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专注率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</a:defRPr>
            </a:pPr>
            <a: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本周最高 82%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474720"/>
            <a:ext cx="5303520" cy="29260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饼图：专注 vs 走神 vs 离开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474720"/>
            <a:ext cx="5303520" cy="29260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柱状图：7天专注趋势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未来规划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从个人工具到学习生态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🌐 多用户联机自习室 — 看到朋友也在专注，互相监督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😪 疲劳检测 — 加入打哈欠检测(MAR)，建议休息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🤖 AI 学习报告 — 每天自动生成专注分析+建议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📱 移动端适配 — 手机+平板上线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🔗 更丰富的硬件联动 — 震动提醒、光线提示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🌟 长期愿景：学会推荐引擎 — 根据专注数据推荐最佳学习时段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让 FocusBuddy 成为每个人桌面上的专注伙伴 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371600"/>
            <a:ext cx="4206240" cy="502920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6118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未来多用户自习室</a:t>
            </a:r>
            <a:br/>
            <a:r>
              <a:t>概念设计图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6217920"/>
            <a:ext cx="11247120" cy="36576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6B35"/>
                </a:solidFill>
              </a:defRPr>
            </a:pPr>
            <a:r>
              <a:t>Dream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E0E0"/>
                </a:solidFill>
              </a:defRPr>
            </a:pPr>
            <a:r>
              <a:t>Ryan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前端开发 · Pomodoro · 统计 · 设置 ·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E0E0"/>
                </a:solidFill>
              </a:defRPr>
            </a:pPr>
            <a:r>
              <a:t>Vickie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FaceMesh算法 · ESP32固件 · 主状态机 · 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303520" cy="38404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📸 团队合影 / 项目合照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github.com/Sapnap67/FocusBuddy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🐱 感谢评委老师和 HHCC 2026！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2B0"/>
                </a:solidFill>
              </a:defRPr>
            </a:pPr>
            <a:r>
              <a:t>Made with ❤️ by Dream Team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