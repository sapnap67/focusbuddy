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0"/>
            <a:ext cx="11247120" cy="36576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6B35"/>
                </a:solidFill>
              </a:defRPr>
            </a:pPr>
            <a:r>
              <a:t>FocusBuddy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892B0"/>
                </a:solidFill>
              </a:defRPr>
            </a:pPr>
            <a:r>
              <a:t>Your Learning Focus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</a:defRPr>
            </a:pPr>
            <a:r>
              <a:t>Webcam Detection + Pomodoro Timer + ESP32 Pixel Pet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</a:defRPr>
            </a:pPr>
            <a:r>
              <a:t>Dream Team — HHCC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Ryan (Frontend) · Vickie (Hardware &amp; Vision)</a:t>
            </a:r>
          </a:p>
        </p:txBody>
      </p:sp>
      <p:pic>
        <p:nvPicPr>
          <p:cNvPr id="8" name="图片 7" descr="Dream -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6895" y="830580"/>
            <a:ext cx="3782695" cy="37826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Do you know how long you've been distracted?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We get distracted without realizing it — pick up phone, lose 30 min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Pomodoro timers only count time, they don't check if you're focused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No data feedback — no idea how much you actually studied today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Phone reminders are annoying; we ignore or dismiss them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Average: 1 distraction every 15 minutes during self-study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Solution: A focus companion that gives REAL-TIME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</a:defRPr>
            </a:pPr>
            <a:r>
              <a:t>FocusBuddy — a 3-in-1 closed loop: Detect + Timer +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474720" cy="109728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Camera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MediaPipe FaceMesh 468 landmarks</a:t>
            </a:r>
            <a:br/>
            <a:r>
              <a:t>Face orientation + Eye closure + Head 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474720" cy="109728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Status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Focused / Distracted / Away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377440"/>
            <a:ext cx="3474720" cy="10972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</a:defRPr>
            </a:pPr>
            <a:r>
              <a:t>Triple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880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Pomodoro Timer + Pet Expression + Data 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Not just a timer — it knows if you're actually watching the screen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Not just a camera — the pixel pet reacts when you get distracted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Detection + Feedback + Motivation — in one closed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</a:defRPr>
            </a:pPr>
            <a:r>
              <a:t>Live Demo: Full flow from open to pomodoro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Open page -&gt; camera permission -&gt; FaceMesh loads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Click Start Focus -&gt; Pomodoro timer 25:00 begins counting down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Status indicator: Focused / Distracted / Away / Idle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Real-time stats: focus time, distraction count, completed pomodoros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Chart.js pie chart (Focus vs Distraction) + 7-day bar chart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Daily Plan: type prompts, auto-generate todo list with time estimates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Pomodoro complete -&gt; celebration animation + desktop notification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ESP32 Pixel Pet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</a:defRPr>
            </a:pPr>
            <a:r>
              <a:t>Waveshare ESP32-S3-Matrix + 8x8 NeoPixel 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Happy (Green) — Focused -&gt; occasional blink animation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Worried (Yellow) — Distracted/head turned -&gt; gentle reminder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Angry (Red) — Warning -&gt; away &gt; 10 seconds, red flashing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Sleeping (Blue) — Away/Idle -&gt; quiet waiting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Celebrate (Orange) — Pomodoro complete -&gt; 3-frame animation loop (5s)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Digital countdown display — custom 5x3 pixel font rendering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GET /timer?m=25&amp;s=00 -&gt; two digits + blinking colon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WiFi AP mode — SSID: FocusBuddy / IP: 10.10.10.1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   HTTP API: /pet /timer /alert /status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6B35"/>
                </a:solidFill>
              </a:defRPr>
            </a:pPr>
            <a:r>
              <a:t>Native JS + MediaPipe + ESP32 — Zero framework, Zero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Vision Detection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MediaPipe FaceMesh 468 pts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EAR &lt; 0.22 + &gt;800ms -&gt; eyes closed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headRatio &lt; 0.38 -&gt; looking down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turnRatio &lt; 0.62 -&gt; looking away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Focus score system (0-100)</a:t>
            </a: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Pomodoro + Statistics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PomodoroTimer state machine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localStorage persistence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Chart.js pie + bar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ESP32 Firmware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WiFi AP: FocusBuddy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HTTP Server (port 80)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4 pet expressions (8x8 bitmap)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5x3 digit countdown renderer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Alarm blink animation</a:t>
            </a: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F6B35"/>
                </a:solidFill>
              </a:defRPr>
            </a:pPr>
            <a:r>
              <a:t>Communication Protocol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GET /pet?state=happy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GET /timer?m=25&amp;s=00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GET /alert (3s blinking)</a:t>
            </a:r>
          </a:p>
          <a:p>
            <a:pPr>
              <a:spcAft>
                <a:spcPts val="200"/>
              </a:spcAft>
              <a:defRPr sz="1300" b="0">
                <a:solidFill>
                  <a:srgbClr val="E0E0E0"/>
                </a:solidFill>
              </a:defRPr>
            </a:pPr>
            <a:r>
              <a:t>  GET /status (JSON)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Why Different?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Dimension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Traditional Timer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7472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FocusBuddy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76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None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762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FaceMesh 468-pt face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97479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70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697479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770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Phone alarm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697479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77063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LED pet + color status indicator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91839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3649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Data Logging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91839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3649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None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291839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36499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Focus rate + stats + 7-day trends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593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88620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9593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Standalone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88620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9593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Detect + Timer + Pet linked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8056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Hardware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48056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None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480560"/>
            <a:ext cx="3474720" cy="502920"/>
          </a:xfrm>
          <a:prstGeom prst="roundRect">
            <a:avLst/>
          </a:prstGeom>
          <a:solidFill>
            <a:srgbClr val="22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553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ESP32-S3 8x8 LED Matrix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07492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35"/>
                </a:solidFill>
              </a:defRPr>
            </a:pPr>
            <a:r>
              <a:t>Planning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507492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</a:defRPr>
            </a:pPr>
            <a:r>
              <a:t>None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5074920"/>
            <a:ext cx="3474720" cy="502920"/>
          </a:xfrm>
          <a:prstGeom prst="roundRect">
            <a:avLst/>
          </a:prstGeom>
          <a:solidFill>
            <a:srgbClr val="1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</a:defRPr>
            </a:pPr>
            <a:r>
              <a:t>Prompt -&gt; auto todo 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Demo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</a:defRPr>
            </a:pPr>
            <a:r>
              <a:t>Full Usage Walkthrough (2 minutes)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00:00  Open page -&gt; Allow camera -&gt; FaceMesh loading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00:15  Click Start Focus -&gt; Pomodoro countdown + Happy pet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00:35  Look away -&gt; Pet turns Worried + Status turns yellow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00:50  Leave desk -&gt; Timer pauses + Pet sleeps + Red flash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01:10  Return -&gt; Auto-resume focus mode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01:25  Pomodoro complete -&gt; Celebration + Notification + Star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01:40  View stats -&gt; Pie chart / Bar chart / Daily Plan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Backup: Pre-recorded screen capture in case of network issues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2926080" cy="54864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Future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</a:defRPr>
            </a:pPr>
            <a:r>
              <a:t>From Personal Tool to Learning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Multi-user study room — see friends focusing, motivate each other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Fatigue detection (yawning via MAR) — suggest breaks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AI daily report — auto-generated focus analysis + suggestions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Mobile responsive — phone + tablet support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More hardware integrations — vibration alerts, ambient lights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</a:defRPr>
            </a:pPr>
            <a:r>
              <a:t>Making FocusBuddy the desk companion for every learner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17920"/>
            <a:ext cx="11247120" cy="36576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6B35"/>
                </a:solidFill>
              </a:defRPr>
            </a:pPr>
            <a:r>
              <a:t>Dream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E0E0"/>
                </a:solidFill>
              </a:defRPr>
            </a:pPr>
            <a:r>
              <a:t>Ryan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</a:defRPr>
            </a:pPr>
            <a:r>
              <a:t>Frontend: Pomodoro, Statistics, Settings,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E0E0"/>
                </a:solidFill>
              </a:defRPr>
            </a:pPr>
            <a:r>
              <a:t>Vickie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</a:defRPr>
            </a:pPr>
            <a:r>
              <a:t>Algorithm: FaceMesh, ESP32 firmware, State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B0"/>
                </a:solidFill>
              </a:defRPr>
            </a:pPr>
            <a:r>
              <a:t>github.com/Sapnap67/FocusBuddy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Thank you, HHCC 2026 judges!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4031</Words>
  <Application>WPS 演示</Application>
  <PresentationFormat>On-screen Show (4:3)</PresentationFormat>
  <Paragraphs>183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a0.0陈五洲</cp:lastModifiedBy>
  <cp:revision>2</cp:revision>
  <dcterms:created xsi:type="dcterms:W3CDTF">2013-01-27T09:14:00Z</dcterms:created>
  <dcterms:modified xsi:type="dcterms:W3CDTF">2026-07-14T11:44:05Z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6A1EC22D2CA94B74AE7BED24B16440D9_12</vt:lpwstr>
  </property>
</Properties>
</file>